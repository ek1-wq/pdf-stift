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wmf" ContentType="image/x-wmf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wmf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.em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4572000" cy="214008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00800" y="914400"/>
            <a:ext cx="45720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/>
              <a:t>Groß </a:t>
            </a:r>
            <a:r>
              <a:rPr sz="1600"/>
              <a:t>klein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